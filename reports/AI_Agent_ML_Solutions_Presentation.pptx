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AI Agent &amp; Machine Learning Solutions</a:t>
            </a:r>
          </a:p>
          <a:p>
            <a:pPr>
              <a:defRPr sz="2000">
                <a:solidFill>
                  <a:srgbClr val="10B981"/>
                </a:solidFill>
              </a:defRPr>
            </a:pPr>
            <a:r>
              <a:t>Final Internship Capstone Project &amp; Executive Presentation</a:t>
            </a:r>
          </a:p>
          <a:p>
            <a:br/>
            <a:pPr>
              <a:defRPr sz="1400">
                <a:solidFill>
                  <a:srgbClr val="E2E8F0"/>
                </a:solidFill>
              </a:defRPr>
            </a:pPr>
            <a:r>
              <a:t>Prepared by: Kambham Kartheek Reddy  |  GitHub: kartheek2805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AI AGENT &amp; ML SOLUTIONS INTERNSHIP PROJECT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Executive Summary &amp; 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Core Objective: </a:t>
            </a:r>
            <a:r>
              <a:rPr b="0" sz="1500">
                <a:solidFill>
                  <a:srgbClr val="FFFFFF"/>
                </a:solidFill>
              </a:rPr>
              <a:t>Develop an enterprise-grade AI Agent &amp; Machine Learning solution platform for business data analytics.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Autonomous Agents: </a:t>
            </a:r>
            <a:r>
              <a:rPr b="0" sz="1500">
                <a:solidFill>
                  <a:srgbClr val="FFFFFF"/>
                </a:solidFill>
              </a:rPr>
              <a:t>Integrated Natural Language QA Agent and Strategic Decision Advisor for automated telemetry analysis.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Predictive ML Suite: </a:t>
            </a:r>
            <a:r>
              <a:rPr b="0" sz="1500">
                <a:solidFill>
                  <a:srgbClr val="FFFFFF"/>
                </a:solidFill>
              </a:rPr>
              <a:t>Includes Random Forest Sales Forecasting (R² = 99.9%), Collaborative Filtering Product Recommendation Engine, and K-Means Customer Clustering.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Streamlit Web Application: </a:t>
            </a:r>
            <a:r>
              <a:rPr b="0" sz="1500">
                <a:solidFill>
                  <a:srgbClr val="FFFFFF"/>
                </a:solidFill>
              </a:rPr>
              <a:t>Interactive dark-mode dashboard featuring 5 navigation tabs matching all project milestone phases.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Public Delivery: </a:t>
            </a:r>
            <a:r>
              <a:rPr b="0" sz="1500">
                <a:solidFill>
                  <a:srgbClr val="FFFFFF"/>
                </a:solidFill>
              </a:rPr>
              <a:t>Fully documented, tested, and synchronized on GitHub remote repository.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AI AGENT &amp; ML SOLUTIONS INTERNSHIP PROJECT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Project Milestones Roadmap (9-Week Timeline)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0B981"/>
                </a:solidFill>
              </a:defRPr>
            </a:pPr>
            <a:r>
              <a:t>Week 1: Project Setup &amp; Planning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Requirements gathering, environment setup, repo structure.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0B981"/>
                </a:solidFill>
              </a:defRPr>
            </a:pPr>
            <a:r>
              <a:t>Week 2-3: Research &amp; System Design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Architecture design, dataset schemas, ML pipeline spec.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0B981"/>
                </a:solidFill>
              </a:defRPr>
            </a:pPr>
            <a:r>
              <a:t>Week 4-6: Development Phase 1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Core ML models (Forecasting, Recommendation Agent, K-Means).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0B981"/>
                </a:solidFill>
              </a:defRPr>
            </a:pPr>
            <a:r>
              <a:t>Week 7-8: Development Phase 2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Autonomous AI Decision Agents &amp; Streamlit Web UI 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0B981"/>
                </a:solidFill>
              </a:defRPr>
            </a:pPr>
            <a:r>
              <a:t>Week 8-9: Final Review &amp; Submission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Comprehensive documentation, testing, GitHub delivery.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AI AGENT &amp; ML SOLUTIONS INTERNSHIP PROJECT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System Architecture &amp;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t>1. PRESENTATION LAYER (Streamlit UI)</a:t>
            </a:r>
            <a:br/>
            <a:r>
              <a:t>   - Interactive Milestones Tracker, Data Explorer, AI Agent Assistant, ML Sandbox, &amp; Documentation Viewer.</a:t>
            </a:r>
            <a:br/>
            <a:br/>
            <a:r>
              <a:t>2. AUTONOMOUS AI AGENT LAYER</a:t>
            </a:r>
            <a:br/>
            <a:r>
              <a:t>   - DataQueryAgent: Natural Language Querying engine converting questions to pandas metrics.</a:t>
            </a:r>
            <a:br/>
            <a:r>
              <a:t>   - StrategicDecisionAgent: Autonomous telemetry review generating executive business actions.</a:t>
            </a:r>
            <a:br/>
            <a:br/>
            <a:r>
              <a:t>3. MACHINE LEARNING ENGINE LAYER</a:t>
            </a:r>
            <a:br/>
            <a:r>
              <a:t>   - SalesForecaster: Random Forest Regression model with feature importances.</a:t>
            </a:r>
            <a:br/>
            <a:r>
              <a:t>   - RecommendationAgent: User-Item Cosine Similarity matrix collaborative filtering.</a:t>
            </a:r>
            <a:br/>
            <a:r>
              <a:t>   - CustomerSegmenter: K-Means behavioral clustering algorithm.</a:t>
            </a:r>
            <a:br/>
            <a:br/>
            <a:r>
              <a:t>4. DATA PROCESSING LAYER</a:t>
            </a:r>
            <a:br/>
            <a:r>
              <a:t>   - DataLoader: CSV ingestion, date parsing, missing value handling, and summary KPI calculations.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AI AGENT &amp; ML SOLUTIONS INTERNSHIP PROJECT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Machine Learning Models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B82F6"/>
                </a:solidFill>
              </a:defRPr>
            </a:pPr>
            <a:r>
              <a:t>Sales Forecasting Model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Random Forest Regressor predicting future revenue. Achieved R² = 99.99%, MAE = .51, and RMSE = .73.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B82F6"/>
                </a:solidFill>
              </a:defRPr>
            </a:pPr>
            <a:r>
              <a:t>Recommendation Agent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Collaborative Filtering algorithm using Cosine Similarity on user-item ratings to generate top product recommendations.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B82F6"/>
                </a:solidFill>
              </a:defRPr>
            </a:pPr>
            <a:r>
              <a:t>Customer Behavioral Segmenter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K-Means Clustering algorithm grouping customer accounts into High-Value VIPs, Steady Growth Buyers, and Occasional Customers.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AI AGENT &amp; ML SOLUTIONS INTERNSHIP PROJECT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Autonomous AI Decision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10B981"/>
                </a:solidFill>
              </a:defRPr>
            </a:pPr>
            <a:r>
              <a:t>Data Query Agent (DataQueryAgent):</a:t>
            </a:r>
            <a:br/>
          </a:p>
          <a:p>
            <a:pPr>
              <a:spcAft>
                <a:spcPts val="1600"/>
              </a:spcAft>
              <a:defRPr sz="1500">
                <a:solidFill>
                  <a:srgbClr val="FFFFFF"/>
                </a:solidFill>
              </a:defRPr>
            </a:pPr>
            <a:r>
              <a:t>Translates natural language questions into instant structured calculations and tabular visual answers.</a:t>
            </a:r>
            <a:br/>
          </a:p>
          <a:p>
            <a:pPr>
              <a:defRPr b="1" sz="1800">
                <a:solidFill>
                  <a:srgbClr val="10B981"/>
                </a:solidFill>
              </a:defRPr>
            </a:pPr>
            <a:r>
              <a:t>Strategic Decision Advisor (StrategicDecisionAgent):</a:t>
            </a:r>
            <a:br/>
          </a:p>
          <a:p>
            <a:pPr>
              <a:spcAft>
                <a:spcPts val="1600"/>
              </a:spcAft>
              <a:defRPr sz="1500">
                <a:solidFill>
                  <a:srgbClr val="FFFFFF"/>
                </a:solidFill>
              </a:defRPr>
            </a:pPr>
            <a:r>
              <a:t>Scans real-time revenue telemetry, identifies product margin bottlenecks, flags regional growth opportunities, and suggests proactive customer retention strategies.</a:t>
            </a:r>
            <a:b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AI AGENT &amp; ML SOLUTIONS INTERNSHIP PROJECT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Conclusion &amp; Submission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Project Deliverables: </a:t>
            </a:r>
            <a:r>
              <a:rPr b="0" sz="1500">
                <a:solidFill>
                  <a:srgbClr val="FFFFFF"/>
                </a:solidFill>
              </a:rPr>
              <a:t>100% completed according to internship milestone requirements.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Source Repository: </a:t>
            </a:r>
            <a:r>
              <a:rPr b="0" sz="1500">
                <a:solidFill>
                  <a:srgbClr val="FFFFFF"/>
                </a:solidFill>
              </a:rPr>
              <a:t>https://github.com/kartheek2805/AI-Agent-Machine-Learning-Solutions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Web Dashboard App: </a:t>
            </a:r>
            <a:r>
              <a:rPr b="0" sz="1500">
                <a:solidFill>
                  <a:srgbClr val="FFFFFF"/>
                </a:solidFill>
              </a:rPr>
              <a:t>Interactive Streamlit UI with 5 navigation tabs.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Documentation Suite: </a:t>
            </a:r>
            <a:r>
              <a:rPr b="0" sz="1500">
                <a:solidFill>
                  <a:srgbClr val="FFFFFF"/>
                </a:solidFill>
              </a:rPr>
              <a:t>Phase documents (01-05), architecture spec, final project report, and presentation slides.</a:t>
            </a:r>
          </a:p>
          <a:p>
            <a:pPr>
              <a:spcAft>
                <a:spcPts val="1400"/>
              </a:spcAft>
              <a:defRPr b="1" sz="1600">
                <a:solidFill>
                  <a:srgbClr val="10B981"/>
                </a:solidFill>
              </a:defRPr>
            </a:pPr>
            <a:r>
              <a:t>Intern Developer: </a:t>
            </a:r>
            <a:r>
              <a:rPr b="0" sz="1500">
                <a:solidFill>
                  <a:srgbClr val="FFFFFF"/>
                </a:solidFill>
              </a:rPr>
              <a:t>Kambham Kartheek Reddy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